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I-NW-01_ope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5166360"/>
            <a:ext cx="12191695" cy="16916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/>
            </a:pPr>
            <a:r>
              <a:t>Unterrichtseinheit: Was ist ein Netzwerk?</a:t>
            </a:r>
          </a:p>
          <a:p>
            <a:pPr>
              <a:defRPr sz="1800"/>
            </a:pPr>
            <a:r>
              <a:t>Fachinformatiker/in Systemintegration · 90 Minuten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Lernziele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4183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Nach der Einheit können Sie 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ein Computernetzwerk fachlich erklären.</a:t>
            </a:r>
          </a:p>
          <a:p>
            <a:pPr>
              <a:spcAft>
                <a:spcPts val="800"/>
              </a:spcAft>
              <a:defRPr sz="2000"/>
            </a:pPr>
            <a:r>
              <a:t>begründen, warum Netzwerke eingesetzt werden.</a:t>
            </a:r>
          </a:p>
          <a:p>
            <a:pPr>
              <a:spcAft>
                <a:spcPts val="800"/>
              </a:spcAft>
              <a:defRPr sz="2000"/>
            </a:pPr>
            <a:r>
              <a:t>Endgeräte, Übertragungsmedien und Netzwerkkomponenten unterscheiden.</a:t>
            </a:r>
          </a:p>
          <a:p>
            <a:pPr>
              <a:spcAft>
                <a:spcPts val="800"/>
              </a:spcAft>
              <a:defRPr sz="2000"/>
            </a:pPr>
            <a:r>
              <a:t>die Grundaufgaben von Switch, Router, Access Point und Firewall beschreiben.</a:t>
            </a:r>
          </a:p>
          <a:p>
            <a:pPr>
              <a:spcAft>
                <a:spcPts val="800"/>
              </a:spcAft>
              <a:defRPr sz="2000"/>
            </a:pPr>
            <a:r>
              <a:t>erklären, warum Adressierung und Netzwerkprotokolle notwendig sind.</a:t>
            </a:r>
          </a:p>
          <a:p>
            <a:pPr>
              <a:spcAft>
                <a:spcPts val="800"/>
              </a:spcAft>
              <a:defRPr sz="2000"/>
            </a:pPr>
            <a:r>
              <a:t>einen einfachen Kommunikationsweg Arbeitsplatz → Netzwerk → Server nachvollziehen.</a:t>
            </a:r>
          </a:p>
          <a:p>
            <a:pPr>
              <a:spcAft>
                <a:spcPts val="800"/>
              </a:spcAft>
              <a:defRPr sz="2000"/>
            </a:pPr>
            <a:r>
              <a:t>erste Fehlerursachen einer gestörten Kommunikation unterscheiden.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SI-NW-01 · Was ist ein Netzwerk?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Einstieg: Was passiert eigentlich, wenn …?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… Sie auf dem Arbeitsplatz eine Datei auf einem Server öffnen?</a:t>
            </a:r>
          </a:p>
          <a:p>
            <a:pPr>
              <a:spcAft>
                <a:spcPts val="800"/>
              </a:spcAft>
              <a:defRPr sz="2200"/>
            </a:pPr>
            <a:r>
              <a:t>… Sie einen Netzwerkdrucker auswählen?</a:t>
            </a:r>
          </a:p>
          <a:p>
            <a:pPr>
              <a:spcAft>
                <a:spcPts val="800"/>
              </a:spcAft>
              <a:defRPr sz="2200"/>
            </a:pPr>
            <a:r>
              <a:t>… Sie eine Webseite aufrufen?</a:t>
            </a:r>
          </a:p>
          <a:p>
            <a:pPr>
              <a:spcAft>
                <a:spcPts val="800"/>
              </a:spcAft>
              <a:defRPr sz="2200"/>
            </a:pPr>
            <a:r>
              <a:t>… Sie eine Datei von einem anderen System abrufen?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5257800"/>
            <a:ext cx="10515600" cy="8686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Think–Pair–Share · 4 Minuten</a:t>
            </a:r>
          </a:p>
          <a:p>
            <a:pPr>
              <a:defRPr sz="1200"/>
            </a:pPr>
            <a:r>
              <a:t>30 Sekunden allein überlegen → 60 Sekunden zu zweit vergleichen → kurze Sammlung im Plenum.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SI-NW-01 · Was ist ein Netzwerk?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1. Was ist ein Netzwerk?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Ein Computernetzwerk verbindet mehrere technische Systeme miteinander.</a:t>
            </a:r>
          </a:p>
          <a:p>
            <a:pPr>
              <a:spcAft>
                <a:spcPts val="800"/>
              </a:spcAft>
              <a:defRPr sz="2200"/>
            </a:pPr>
            <a:r>
              <a:t>Ziel: Daten austauschen und miteinander kommunizieren.</a:t>
            </a:r>
          </a:p>
          <a:p>
            <a:pPr>
              <a:spcAft>
                <a:spcPts val="800"/>
              </a:spcAft>
              <a:defRPr sz="2200"/>
            </a:pPr>
            <a:r>
              <a:t>Die Systeme müssen nicht gleichartig sein.</a:t>
            </a:r>
          </a:p>
          <a:p>
            <a:pPr>
              <a:spcAft>
                <a:spcPts val="800"/>
              </a:spcAft>
              <a:defRPr sz="2200"/>
            </a:pPr>
            <a:r>
              <a:t>Beispiele: PCs, Notebooks, Server, Drucker, Smartphones, Netzwerkkomponenten.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SI-NW-01 · Was ist ein Netzwerk?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2. Warum werden Netzwerke eingesetzt?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Dateien gemeinsam nutzen</a:t>
            </a:r>
          </a:p>
          <a:p>
            <a:pPr>
              <a:spcAft>
                <a:spcPts val="800"/>
              </a:spcAft>
              <a:defRPr sz="2000"/>
            </a:pPr>
            <a:r>
              <a:t>Drucker gemeinsam verwenden</a:t>
            </a:r>
          </a:p>
          <a:p>
            <a:pPr>
              <a:spcAft>
                <a:spcPts val="800"/>
              </a:spcAft>
              <a:defRPr sz="2000"/>
            </a:pPr>
            <a:r>
              <a:t>Anwendungen und Dienste zentral bereitstellen</a:t>
            </a:r>
          </a:p>
          <a:p>
            <a:pPr>
              <a:spcAft>
                <a:spcPts val="800"/>
              </a:spcAft>
              <a:defRPr sz="2000"/>
            </a:pPr>
            <a:r>
              <a:t>Daten zwischen Systemen übertragen</a:t>
            </a:r>
          </a:p>
          <a:p>
            <a:pPr>
              <a:spcAft>
                <a:spcPts val="800"/>
              </a:spcAft>
              <a:defRPr sz="2000"/>
            </a:pPr>
            <a:r>
              <a:t>zentrale Speicher nutzen</a:t>
            </a:r>
          </a:p>
          <a:p>
            <a:pPr>
              <a:spcAft>
                <a:spcPts val="800"/>
              </a:spcAft>
              <a:defRPr sz="2000"/>
            </a:pPr>
            <a:r>
              <a:t>Internetzugänge gemeinsam verwenden</a:t>
            </a:r>
          </a:p>
          <a:p>
            <a:pPr>
              <a:spcAft>
                <a:spcPts val="800"/>
              </a:spcAft>
              <a:defRPr sz="2000"/>
            </a:pPr>
            <a:r>
              <a:t>Informationen zwischen Mitarbeitern und Systemen austauschen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SI-NW-01 · Was ist ein Netzwerk?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3. Was gehört zu einem Netzwerk?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Endgeräte – senden oder empfangen Daten</a:t>
            </a:r>
          </a:p>
          <a:p>
            <a:pPr>
              <a:spcAft>
                <a:spcPts val="800"/>
              </a:spcAft>
              <a:defRPr sz="2200"/>
            </a:pPr>
            <a:r>
              <a:t>Übertragungswege – transportieren Daten</a:t>
            </a:r>
          </a:p>
          <a:p>
            <a:pPr>
              <a:spcAft>
                <a:spcPts val="800"/>
              </a:spcAft>
              <a:defRPr sz="2200"/>
            </a:pPr>
            <a:r>
              <a:t>Netzwerkkomponenten – vermitteln, verbinden, kontrollieren</a:t>
            </a:r>
          </a:p>
          <a:p>
            <a:pPr>
              <a:spcAft>
                <a:spcPts val="800"/>
              </a:spcAft>
              <a:defRPr sz="2200"/>
            </a:pPr>
            <a:r>
              <a:t>Adressierungsverfahren – machen Ziele unterscheidbar</a:t>
            </a:r>
          </a:p>
          <a:p>
            <a:pPr>
              <a:spcAft>
                <a:spcPts val="800"/>
              </a:spcAft>
              <a:defRPr sz="2200"/>
            </a:pPr>
            <a:r>
              <a:t>Netzwerkprotokolle – legen gemeinsame Kommunikationsregeln fest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SI-NW-01 · Was ist ein Netzwerk?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Endgeräte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Systeme, die Daten senden oder empfangen.</a:t>
            </a:r>
          </a:p>
          <a:p>
            <a:pPr lvl="1">
              <a:spcAft>
                <a:spcPts val="800"/>
              </a:spcAft>
              <a:defRPr sz="1900"/>
            </a:pPr>
            <a:r>
              <a:t>PC, Notebook, Smartphone</a:t>
            </a:r>
          </a:p>
          <a:p>
            <a:pPr lvl="1">
              <a:spcAft>
                <a:spcPts val="800"/>
              </a:spcAft>
              <a:defRPr sz="1900"/>
            </a:pPr>
            <a:r>
              <a:t>Server, Netzwerkdrucker, IP-Telefon</a:t>
            </a:r>
          </a:p>
          <a:p>
            <a:pPr lvl="1">
              <a:spcAft>
                <a:spcPts val="800"/>
              </a:spcAft>
              <a:defRPr sz="1900"/>
            </a:pPr>
            <a:r>
              <a:t>Überwachungskamera</a:t>
            </a:r>
          </a:p>
          <a:p>
            <a:pPr>
              <a:spcAft>
                <a:spcPts val="800"/>
              </a:spcAft>
              <a:defRPr sz="2200"/>
            </a:pPr>
            <a:r>
              <a:t>Ein Server kann gleichzeitig Endgerät und Anbieter eines Netzwerkdienstes sein.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SI-NW-01 · Was ist ein Netzwerk?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Übertragungswege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Daten benötigen einen technischen Weg von A nach B.</a:t>
            </a:r>
          </a:p>
          <a:p>
            <a:pPr>
              <a:spcAft>
                <a:spcPts val="800"/>
              </a:spcAft>
              <a:defRPr sz="2200"/>
            </a:pPr>
            <a:r>
              <a:t>Kupferkabel</a:t>
            </a:r>
          </a:p>
          <a:p>
            <a:pPr>
              <a:spcAft>
                <a:spcPts val="800"/>
              </a:spcAft>
              <a:defRPr sz="2200"/>
            </a:pPr>
            <a:r>
              <a:t>Glasfaser</a:t>
            </a:r>
          </a:p>
          <a:p>
            <a:pPr>
              <a:spcAft>
                <a:spcPts val="800"/>
              </a:spcAft>
              <a:defRPr sz="2200"/>
            </a:pPr>
            <a:r>
              <a:t>Funk / WLAN</a:t>
            </a:r>
          </a:p>
          <a:p>
            <a:pPr>
              <a:spcAft>
                <a:spcPts val="800"/>
              </a:spcAft>
              <a:defRPr sz="2200"/>
            </a:pPr>
            <a:r>
              <a:t>Das Übertragungsmedium stellt den technischen Weg für die Datenübertragung bereit.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SI-NW-01 · Was ist ein Netzwerk?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Kurzaktivität: Ordnen Sie zu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Laptop → ?</a:t>
            </a:r>
          </a:p>
          <a:p>
            <a:pPr>
              <a:spcAft>
                <a:spcPts val="800"/>
              </a:spcAft>
              <a:defRPr sz="2200"/>
            </a:pPr>
            <a:r>
              <a:t>Glasfaser → ?</a:t>
            </a:r>
          </a:p>
          <a:p>
            <a:pPr>
              <a:spcAft>
                <a:spcPts val="800"/>
              </a:spcAft>
              <a:defRPr sz="2200"/>
            </a:pPr>
            <a:r>
              <a:t>Switch → ?</a:t>
            </a:r>
          </a:p>
          <a:p>
            <a:pPr>
              <a:spcAft>
                <a:spcPts val="800"/>
              </a:spcAft>
              <a:defRPr sz="2200"/>
            </a:pPr>
            <a:r>
              <a:t>Router → ?</a:t>
            </a:r>
          </a:p>
          <a:p>
            <a:pPr>
              <a:spcAft>
                <a:spcPts val="800"/>
              </a:spcAft>
              <a:defRPr sz="2200"/>
            </a:pPr>
            <a:r>
              <a:t>WLAN-Access-Point → ?</a:t>
            </a:r>
          </a:p>
          <a:p>
            <a:pPr>
              <a:spcAft>
                <a:spcPts val="800"/>
              </a:spcAft>
              <a:defRPr sz="2200"/>
            </a:pPr>
            <a:r>
              <a:t>Firewall → 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5257800"/>
            <a:ext cx="10515600" cy="8686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Partnerarbeit · 4 Minuten</a:t>
            </a:r>
          </a:p>
          <a:p>
            <a:pPr>
              <a:defRPr sz="1200"/>
            </a:pPr>
            <a:r>
              <a:t>Ordnen Sie jeden Begriff einer Kategorie bzw. Aufgabe zu und begründen Sie mindestens zwei Zuordnungen.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SI-NW-01 · Was ist ein Netzwerk?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4. Netzwerkkomponenten: Wer macht was?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32588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9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49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77824">
                <a:tc>
                  <a:txBody>
                    <a:bodyPr/>
                    <a:lstStyle/>
                    <a:p>
                      <a:r>
                        <a:rPr sz="1400" b="1"/>
                        <a:t>Komponente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Grundaufgabe laut Unterlage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7824">
                <a:tc>
                  <a:txBody>
                    <a:bodyPr/>
                    <a:lstStyle/>
                    <a:p>
                      <a:r>
                        <a:rPr sz="1200" b="0"/>
                        <a:t>Switch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Verbindet Geräte innerhalb eines lokalen Netzwerks.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7824">
                <a:tc>
                  <a:txBody>
                    <a:bodyPr/>
                    <a:lstStyle/>
                    <a:p>
                      <a:r>
                        <a:rPr sz="1200" b="0"/>
                        <a:t>Router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Verbindet unterschiedliche Netzwerke miteinander.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77824">
                <a:tc>
                  <a:txBody>
                    <a:bodyPr/>
                    <a:lstStyle/>
                    <a:p>
                      <a:r>
                        <a:rPr sz="1200" b="0"/>
                        <a:t>Access 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Ermöglicht WLAN-Geräten die Verbindung mit dem Netzwerk.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77824">
                <a:tc>
                  <a:txBody>
                    <a:bodyPr/>
                    <a:lstStyle/>
                    <a:p>
                      <a:r>
                        <a:rPr sz="1200" b="0"/>
                        <a:t>Firewall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Kontrolliert und filtert Netzwerkverbindungen anhand definierter Regeln.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SI-NW-01 · Was ist ein Netzwerk?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5. Wie weiß das Netzwerk, wohin die Daten müssen?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Kommunikation benötigt ein unterscheidbares Ziel.</a:t>
            </a:r>
          </a:p>
          <a:p>
            <a:pPr>
              <a:spcAft>
                <a:spcPts val="800"/>
              </a:spcAft>
              <a:defRPr sz="2200"/>
            </a:pPr>
            <a:r>
              <a:t>Dafür werden Adressierungsverfahren verwendet.</a:t>
            </a:r>
          </a:p>
          <a:p>
            <a:pPr>
              <a:spcAft>
                <a:spcPts val="800"/>
              </a:spcAft>
              <a:defRPr sz="2200"/>
            </a:pPr>
            <a:r>
              <a:t>Eine Adresse ermöglicht, ein Ziel innerhalb eines Kommunikationssystems anzusprechen.</a:t>
            </a:r>
          </a:p>
          <a:p>
            <a:pPr>
              <a:spcAft>
                <a:spcPts val="800"/>
              </a:spcAft>
              <a:defRPr sz="2200"/>
            </a:pPr>
            <a:r>
              <a:t>Briefvergleich: „an jemanden“ reicht nicht – Empfänger und Erreichbarkeit müssen bekannt sein.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SI-NW-01 · Was ist ein Netzwerk?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6. Warum braucht man Netzwerkprotokolle?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Protokolle legen gemeinsame Kommunikationsregeln fest.</a:t>
            </a:r>
          </a:p>
          <a:p>
            <a:pPr lvl="1">
              <a:spcAft>
                <a:spcPts val="800"/>
              </a:spcAft>
              <a:defRPr sz="1900"/>
            </a:pPr>
            <a:r>
              <a:t>Aufbau der Daten</a:t>
            </a:r>
          </a:p>
          <a:p>
            <a:pPr lvl="1">
              <a:spcAft>
                <a:spcPts val="800"/>
              </a:spcAft>
              <a:defRPr sz="1900"/>
            </a:pPr>
            <a:r>
              <a:t>Beginn der Kommunikation</a:t>
            </a:r>
          </a:p>
          <a:p>
            <a:pPr lvl="1">
              <a:spcAft>
                <a:spcPts val="800"/>
              </a:spcAft>
              <a:defRPr sz="1900"/>
            </a:pPr>
            <a:r>
              <a:t>Übertragung der Daten</a:t>
            </a:r>
          </a:p>
          <a:p>
            <a:pPr lvl="1">
              <a:spcAft>
                <a:spcPts val="800"/>
              </a:spcAft>
              <a:defRPr sz="1900"/>
            </a:pPr>
            <a:r>
              <a:t>Fehlerbehandlung</a:t>
            </a:r>
          </a:p>
          <a:p>
            <a:pPr lvl="1">
              <a:spcAft>
                <a:spcPts val="800"/>
              </a:spcAft>
              <a:defRPr sz="1900"/>
            </a:pPr>
            <a:r>
              <a:t>Reaktion des Empfängers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SI-NW-01 · Was ist ein Netzwerk?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7. Wie entsteht Kommunikation?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Arbeitsplatz → Netzwerk → Server</a:t>
            </a:r>
          </a:p>
          <a:p>
            <a:pPr>
              <a:spcAft>
                <a:spcPts val="800"/>
              </a:spcAft>
              <a:defRPr sz="2200"/>
            </a:pPr>
            <a:r>
              <a:t>1. Arbeitsplatz erzeugt eine Anfrage.</a:t>
            </a:r>
          </a:p>
          <a:p>
            <a:pPr>
              <a:spcAft>
                <a:spcPts val="800"/>
              </a:spcAft>
              <a:defRPr sz="2200"/>
            </a:pPr>
            <a:r>
              <a:t>2. Netzwerk transportiert die Daten.</a:t>
            </a:r>
          </a:p>
          <a:p>
            <a:pPr>
              <a:spcAft>
                <a:spcPts val="800"/>
              </a:spcAft>
              <a:defRPr sz="2200"/>
            </a:pPr>
            <a:r>
              <a:t>3. Server empfängt und verarbeitet die Anfrage.</a:t>
            </a:r>
          </a:p>
          <a:p>
            <a:pPr>
              <a:spcAft>
                <a:spcPts val="800"/>
              </a:spcAft>
              <a:defRPr sz="2200"/>
            </a:pPr>
            <a:r>
              <a:t>4. Daten werden zurück zum Arbeitsplatz übertragen.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SI-NW-01 · Was ist ein Netzwerk?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Netzwerk = mehr als „Kabel steckt“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Eine Verbindung kann physikalisch funktionieren und die Kommunikation trotzdem scheitern.</a:t>
            </a:r>
          </a:p>
          <a:p>
            <a:pPr>
              <a:spcAft>
                <a:spcPts val="800"/>
              </a:spcAft>
              <a:defRPr sz="2200"/>
            </a:pPr>
            <a:r>
              <a:t>falsche Adressierung</a:t>
            </a:r>
          </a:p>
          <a:p>
            <a:pPr>
              <a:spcAft>
                <a:spcPts val="800"/>
              </a:spcAft>
              <a:defRPr sz="2200"/>
            </a:pPr>
            <a:r>
              <a:t>fehlende Routen</a:t>
            </a:r>
          </a:p>
          <a:p>
            <a:pPr>
              <a:spcAft>
                <a:spcPts val="800"/>
              </a:spcAft>
              <a:defRPr sz="2200"/>
            </a:pPr>
            <a:r>
              <a:t>blockierte Verbindungen</a:t>
            </a:r>
          </a:p>
          <a:p>
            <a:pPr>
              <a:spcAft>
                <a:spcPts val="800"/>
              </a:spcAft>
              <a:defRPr sz="2200"/>
            </a:pPr>
            <a:r>
              <a:t>fehlerhafte Protokolle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5257800"/>
            <a:ext cx="10515600" cy="8686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Administrator-Denken</a:t>
            </a:r>
          </a:p>
          <a:p>
            <a:pPr>
              <a:defRPr sz="1200"/>
            </a:pPr>
            <a:r>
              <a:t>Nicht nur fragen: „Ist eine Verbindung da?“ – sondern: „An welcher Stelle der Kommunikation scheitert es?“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SI-NW-01 · Was ist ein Netzwerk?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7. Netzwerke im beruflichen Alltag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Zentralen Verzeichnisdienst nutzen</a:t>
            </a:r>
          </a:p>
          <a:p>
            <a:pPr>
              <a:spcAft>
                <a:spcPts val="800"/>
              </a:spcAft>
              <a:defRPr sz="2000"/>
            </a:pPr>
            <a:r>
              <a:t>Fileserver erreichen</a:t>
            </a:r>
          </a:p>
          <a:p>
            <a:pPr>
              <a:spcAft>
                <a:spcPts val="800"/>
              </a:spcAft>
              <a:defRPr sz="2000"/>
            </a:pPr>
            <a:r>
              <a:t>Netzwerkdrucker verwenden</a:t>
            </a:r>
          </a:p>
          <a:p>
            <a:pPr>
              <a:spcAft>
                <a:spcPts val="800"/>
              </a:spcAft>
              <a:defRPr sz="2000"/>
            </a:pPr>
            <a:r>
              <a:t>Webseiten aufrufen</a:t>
            </a:r>
          </a:p>
          <a:p>
            <a:pPr>
              <a:spcAft>
                <a:spcPts val="800"/>
              </a:spcAft>
              <a:defRPr sz="2000"/>
            </a:pPr>
            <a:r>
              <a:t>E-Mails versenden</a:t>
            </a:r>
          </a:p>
          <a:p>
            <a:pPr>
              <a:spcAft>
                <a:spcPts val="800"/>
              </a:spcAft>
              <a:defRPr sz="2000"/>
            </a:pPr>
            <a:r>
              <a:t>Anwendungen auf einem Server nutzen</a:t>
            </a:r>
          </a:p>
          <a:p>
            <a:pPr>
              <a:spcAft>
                <a:spcPts val="800"/>
              </a:spcAft>
              <a:defRPr sz="2000"/>
            </a:pPr>
            <a:r>
              <a:t>Daten von anderen Systemen abrufen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SI-NW-01 · Was ist ein Netzwerk?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Was steckt hinter „Projektplanung.xlsx“?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Arbeitsplatz</a:t>
            </a:r>
          </a:p>
          <a:p>
            <a:pPr>
              <a:spcAft>
                <a:spcPts val="800"/>
              </a:spcAft>
              <a:defRPr sz="2000"/>
            </a:pPr>
            <a:r>
              <a:t>↓</a:t>
            </a:r>
          </a:p>
          <a:p>
            <a:pPr>
              <a:spcAft>
                <a:spcPts val="800"/>
              </a:spcAft>
              <a:defRPr sz="2000"/>
            </a:pPr>
            <a:r>
              <a:t>Netzwerkzugang → Adressierung → Kommunikation</a:t>
            </a:r>
          </a:p>
          <a:p>
            <a:pPr>
              <a:spcAft>
                <a:spcPts val="800"/>
              </a:spcAft>
              <a:defRPr sz="2000"/>
            </a:pPr>
            <a:r>
              <a:t>↓</a:t>
            </a:r>
          </a:p>
          <a:p>
            <a:pPr>
              <a:spcAft>
                <a:spcPts val="800"/>
              </a:spcAft>
              <a:defRPr sz="2000"/>
            </a:pPr>
            <a:r>
              <a:t>Server → Dienst → Berechtigungsprüfung</a:t>
            </a:r>
          </a:p>
          <a:p>
            <a:pPr>
              <a:spcAft>
                <a:spcPts val="800"/>
              </a:spcAft>
              <a:defRPr sz="2000"/>
            </a:pPr>
            <a:r>
              <a:t>↓</a:t>
            </a:r>
          </a:p>
          <a:p>
            <a:pPr>
              <a:spcAft>
                <a:spcPts val="800"/>
              </a:spcAft>
              <a:defRPr sz="2000"/>
            </a:pPr>
            <a:r>
              <a:t>Datei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SI-NW-01 · Was ist ein Netzwerk?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Transfer: Wo könnte die Kommunikation scheitern?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Ein Arbeitsplatz erreicht einen Fileserver nicht.</a:t>
            </a:r>
          </a:p>
          <a:p>
            <a:pPr>
              <a:spcAft>
                <a:spcPts val="800"/>
              </a:spcAft>
              <a:defRPr sz="2200"/>
            </a:pPr>
            <a:r>
              <a:t>Physikalischer Weg vorhanden?</a:t>
            </a:r>
          </a:p>
          <a:p>
            <a:pPr>
              <a:spcAft>
                <a:spcPts val="800"/>
              </a:spcAft>
              <a:defRPr sz="2200"/>
            </a:pPr>
            <a:r>
              <a:t>Ist das Ziel korrekt adressiert?</a:t>
            </a:r>
          </a:p>
          <a:p>
            <a:pPr>
              <a:spcAft>
                <a:spcPts val="800"/>
              </a:spcAft>
              <a:defRPr sz="2200"/>
            </a:pPr>
            <a:r>
              <a:t>Gibt es einen notwendigen Netzwerkweg / eine Route?</a:t>
            </a:r>
          </a:p>
          <a:p>
            <a:pPr>
              <a:spcAft>
                <a:spcPts val="800"/>
              </a:spcAft>
              <a:defRPr sz="2200"/>
            </a:pPr>
            <a:r>
              <a:t>Wird die Verbindung blockiert?</a:t>
            </a:r>
          </a:p>
          <a:p>
            <a:pPr>
              <a:spcAft>
                <a:spcPts val="800"/>
              </a:spcAft>
              <a:defRPr sz="2200"/>
            </a:pPr>
            <a:r>
              <a:t>Verwenden die Systeme passende Kommunikationsregeln?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5257800"/>
            <a:ext cx="10515600" cy="8686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Kleingruppen · 6 Minuten</a:t>
            </a:r>
          </a:p>
          <a:p>
            <a:pPr>
              <a:defRPr sz="1200"/>
            </a:pPr>
            <a:r>
              <a:t>Bilden Sie eine sinnvolle Prüf-Reihenfolge und begründen Sie sie.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SI-NW-01 · Was ist ein Netzwerk?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Zusammenfassung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Netzwerk = Kommunikationsinfrastruktur zwischen Systemen.</a:t>
            </a:r>
          </a:p>
          <a:p>
            <a:pPr>
              <a:spcAft>
                <a:spcPts val="800"/>
              </a:spcAft>
              <a:defRPr sz="2000"/>
            </a:pPr>
            <a:r>
              <a:t>Endgeräte senden und empfangen Daten.</a:t>
            </a:r>
          </a:p>
          <a:p>
            <a:pPr>
              <a:spcAft>
                <a:spcPts val="800"/>
              </a:spcAft>
              <a:defRPr sz="2000"/>
            </a:pPr>
            <a:r>
              <a:t>Übertragungsmedien stellen den technischen Weg bereit.</a:t>
            </a:r>
          </a:p>
          <a:p>
            <a:pPr>
              <a:spcAft>
                <a:spcPts val="800"/>
              </a:spcAft>
              <a:defRPr sz="2000"/>
            </a:pPr>
            <a:r>
              <a:t>Netzwerkkomponenten übernehmen unterschiedliche Aufgaben.</a:t>
            </a:r>
          </a:p>
          <a:p>
            <a:pPr>
              <a:spcAft>
                <a:spcPts val="800"/>
              </a:spcAft>
              <a:defRPr sz="2000"/>
            </a:pPr>
            <a:r>
              <a:t>Adressierung macht Ziele unterscheidbar.</a:t>
            </a:r>
          </a:p>
          <a:p>
            <a:pPr>
              <a:spcAft>
                <a:spcPts val="800"/>
              </a:spcAft>
              <a:defRPr sz="2000"/>
            </a:pPr>
            <a:r>
              <a:t>Protokolle definieren gemeinsame Kommunikationsregeln.</a:t>
            </a:r>
          </a:p>
          <a:p>
            <a:pPr>
              <a:spcAft>
                <a:spcPts val="800"/>
              </a:spcAft>
              <a:defRPr sz="2000"/>
            </a:pPr>
            <a:r>
              <a:t>Netzwerkfehler können an unterschiedlichen Stellen der Kommunikationskette liegen.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SI-NW-01 · Was ist ein Netzwerk?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Abschließende Lernkontrolle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4183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Bearbeitungszeit: 10 Minuten · ohne Unterlagen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8 Aufgaben</a:t>
            </a:r>
          </a:p>
          <a:p>
            <a:pPr>
              <a:spcAft>
                <a:spcPts val="800"/>
              </a:spcAft>
              <a:defRPr sz="2200"/>
            </a:pPr>
            <a:r>
              <a:t>Mischung aus Zuordnung, Kurzantwort und Transfer</a:t>
            </a:r>
          </a:p>
          <a:p>
            <a:pPr>
              <a:spcAft>
                <a:spcPts val="800"/>
              </a:spcAft>
              <a:defRPr sz="2200"/>
            </a:pPr>
            <a:r>
              <a:t>Ziel: grundlegendes Verständnis prüfen – nicht Spezialwissen abfragen.</a:t>
            </a:r>
          </a:p>
          <a:p>
            <a:pPr>
              <a:spcAft>
                <a:spcPts val="800"/>
              </a:spcAft>
              <a:defRPr sz="2200"/>
            </a:pPr>
            <a:r>
              <a:t>Anschließend kurze gemeinsame Auswertung.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257800"/>
            <a:ext cx="10515600" cy="8686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Zeitmanagement</a:t>
            </a:r>
          </a:p>
          <a:p>
            <a:pPr>
              <a:defRPr sz="1200"/>
            </a:pPr>
            <a:r>
              <a:t>8 Aufgaben in 10 Minuten; danach gemeinsame Kurzbesprechung.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SI-NW-01 · Was ist ein Netzwerk?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Björns Merksatz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-674198" y="1828800"/>
            <a:ext cx="13509917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rPr sz="2100" dirty="0"/>
              <a:t>„</a:t>
            </a:r>
            <a:r>
              <a:rPr sz="2100" dirty="0" err="1"/>
              <a:t>Ein</a:t>
            </a:r>
            <a:r>
              <a:rPr sz="2100" dirty="0"/>
              <a:t> </a:t>
            </a:r>
            <a:r>
              <a:rPr sz="2100" dirty="0" err="1"/>
              <a:t>Netzwerk</a:t>
            </a:r>
            <a:r>
              <a:rPr sz="2100" dirty="0"/>
              <a:t> </a:t>
            </a:r>
            <a:r>
              <a:rPr sz="2100" dirty="0" err="1"/>
              <a:t>verbindet</a:t>
            </a:r>
            <a:r>
              <a:rPr sz="2100" dirty="0"/>
              <a:t> </a:t>
            </a:r>
            <a:r>
              <a:rPr sz="2100" dirty="0" err="1"/>
              <a:t>Systeme</a:t>
            </a:r>
            <a:r>
              <a:rPr sz="2100" dirty="0"/>
              <a:t>, </a:t>
            </a:r>
            <a:r>
              <a:rPr sz="2100" dirty="0" err="1"/>
              <a:t>damit</a:t>
            </a:r>
            <a:r>
              <a:rPr sz="2100" dirty="0"/>
              <a:t> </a:t>
            </a:r>
            <a:r>
              <a:rPr sz="2100" dirty="0" err="1"/>
              <a:t>sie</a:t>
            </a:r>
            <a:r>
              <a:rPr sz="2100" dirty="0"/>
              <a:t> </a:t>
            </a:r>
            <a:r>
              <a:rPr sz="2100" dirty="0" err="1"/>
              <a:t>miteinander</a:t>
            </a:r>
            <a:r>
              <a:rPr sz="2100" dirty="0"/>
              <a:t> </a:t>
            </a:r>
            <a:r>
              <a:rPr sz="2100" dirty="0" err="1"/>
              <a:t>kommunizieren</a:t>
            </a:r>
            <a:r>
              <a:rPr sz="2100" dirty="0"/>
              <a:t> und </a:t>
            </a:r>
            <a:r>
              <a:rPr sz="2100" dirty="0" err="1"/>
              <a:t>gemeinsame</a:t>
            </a:r>
            <a:r>
              <a:rPr sz="2100" dirty="0"/>
              <a:t> </a:t>
            </a:r>
            <a:r>
              <a:rPr sz="2100" dirty="0" err="1"/>
              <a:t>Ressourcen</a:t>
            </a:r>
            <a:r>
              <a:rPr sz="2100" dirty="0"/>
              <a:t> </a:t>
            </a:r>
            <a:r>
              <a:rPr sz="2100" dirty="0" err="1"/>
              <a:t>nutzen</a:t>
            </a:r>
            <a:r>
              <a:rPr sz="2100" dirty="0"/>
              <a:t> </a:t>
            </a:r>
            <a:r>
              <a:rPr sz="2100" dirty="0" err="1"/>
              <a:t>können</a:t>
            </a:r>
            <a:r>
              <a:rPr sz="2100" dirty="0"/>
              <a:t>.“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4754880"/>
            <a:ext cx="10332720" cy="10058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Ausblick</a:t>
            </a:r>
          </a:p>
          <a:p>
            <a:pPr>
              <a:defRPr sz="1200"/>
            </a:pPr>
            <a:r>
              <a:t>Als Nächstes werden die Bestandteile fachlich weiter auseinandergezogen – Grundlage für Switching, IP, Routing und Fehlersuche.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SI-NW-01 · Was ist ein Netzwerk?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Breitbild</PresentationFormat>
  <Paragraphs>0</Paragraphs>
  <Slides>20</Slides>
  <Notes>0</Notes>
  <HiddenSlides>0</HiddenSlides>
  <MMClips>0</MMClip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20</vt:i4>
      </vt:variant>
    </vt:vector>
  </HeadingPairs>
  <TitlesOfParts>
    <vt:vector size="21" baseType="lpstr"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subject/>
  <dc:creator/>
  <cp:keywords/>
  <dc:description>generated using python-pptx</dc:description>
  <cp:lastModifiedBy>Sebastian Besold</cp:lastModifiedBy>
  <cp:revision>2</cp:revision>
  <dcterms:created xsi:type="dcterms:W3CDTF">2013-01-27T09:14:16Z</dcterms:created>
  <dcterms:modified xsi:type="dcterms:W3CDTF">2026-09-20T08:52:03Z</dcterms:modified>
  <cp:category/>
</cp:coreProperties>
</file>